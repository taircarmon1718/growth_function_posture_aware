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7" r:id="rId2"/>
  </p:sldIdLst>
  <p:sldSz cx="4679950" cy="18002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4658"/>
  </p:normalViewPr>
  <p:slideViewPr>
    <p:cSldViewPr snapToGrid="0">
      <p:cViewPr>
        <p:scale>
          <a:sx n="311" d="100"/>
          <a:sy n="311" d="100"/>
        </p:scale>
        <p:origin x="360" y="1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FC5B25-65A5-254A-A989-7660E4F679AF}" type="datetimeFigureOut">
              <a:rPr lang="en-IL" smtClean="0"/>
              <a:t>29/03/2026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581025" y="1143000"/>
            <a:ext cx="802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98F47F-F35D-6840-9443-5FE6D96A860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71905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10987" rtl="0" eaLnBrk="1" latinLnBrk="0" hangingPunct="1">
      <a:defRPr sz="408" kern="1200">
        <a:solidFill>
          <a:schemeClr val="tx1"/>
        </a:solidFill>
        <a:latin typeface="+mn-lt"/>
        <a:ea typeface="+mn-ea"/>
        <a:cs typeface="+mn-cs"/>
      </a:defRPr>
    </a:lvl1pPr>
    <a:lvl2pPr marL="155494" algn="l" defTabSz="310987" rtl="0" eaLnBrk="1" latinLnBrk="0" hangingPunct="1">
      <a:defRPr sz="408" kern="1200">
        <a:solidFill>
          <a:schemeClr val="tx1"/>
        </a:solidFill>
        <a:latin typeface="+mn-lt"/>
        <a:ea typeface="+mn-ea"/>
        <a:cs typeface="+mn-cs"/>
      </a:defRPr>
    </a:lvl2pPr>
    <a:lvl3pPr marL="310987" algn="l" defTabSz="310987" rtl="0" eaLnBrk="1" latinLnBrk="0" hangingPunct="1">
      <a:defRPr sz="408" kern="1200">
        <a:solidFill>
          <a:schemeClr val="tx1"/>
        </a:solidFill>
        <a:latin typeface="+mn-lt"/>
        <a:ea typeface="+mn-ea"/>
        <a:cs typeface="+mn-cs"/>
      </a:defRPr>
    </a:lvl3pPr>
    <a:lvl4pPr marL="466481" algn="l" defTabSz="310987" rtl="0" eaLnBrk="1" latinLnBrk="0" hangingPunct="1">
      <a:defRPr sz="408" kern="1200">
        <a:solidFill>
          <a:schemeClr val="tx1"/>
        </a:solidFill>
        <a:latin typeface="+mn-lt"/>
        <a:ea typeface="+mn-ea"/>
        <a:cs typeface="+mn-cs"/>
      </a:defRPr>
    </a:lvl4pPr>
    <a:lvl5pPr marL="621975" algn="l" defTabSz="310987" rtl="0" eaLnBrk="1" latinLnBrk="0" hangingPunct="1">
      <a:defRPr sz="408" kern="1200">
        <a:solidFill>
          <a:schemeClr val="tx1"/>
        </a:solidFill>
        <a:latin typeface="+mn-lt"/>
        <a:ea typeface="+mn-ea"/>
        <a:cs typeface="+mn-cs"/>
      </a:defRPr>
    </a:lvl5pPr>
    <a:lvl6pPr marL="777469" algn="l" defTabSz="310987" rtl="0" eaLnBrk="1" latinLnBrk="0" hangingPunct="1">
      <a:defRPr sz="408" kern="1200">
        <a:solidFill>
          <a:schemeClr val="tx1"/>
        </a:solidFill>
        <a:latin typeface="+mn-lt"/>
        <a:ea typeface="+mn-ea"/>
        <a:cs typeface="+mn-cs"/>
      </a:defRPr>
    </a:lvl6pPr>
    <a:lvl7pPr marL="932962" algn="l" defTabSz="310987" rtl="0" eaLnBrk="1" latinLnBrk="0" hangingPunct="1">
      <a:defRPr sz="408" kern="1200">
        <a:solidFill>
          <a:schemeClr val="tx1"/>
        </a:solidFill>
        <a:latin typeface="+mn-lt"/>
        <a:ea typeface="+mn-ea"/>
        <a:cs typeface="+mn-cs"/>
      </a:defRPr>
    </a:lvl7pPr>
    <a:lvl8pPr marL="1088456" algn="l" defTabSz="310987" rtl="0" eaLnBrk="1" latinLnBrk="0" hangingPunct="1">
      <a:defRPr sz="408" kern="1200">
        <a:solidFill>
          <a:schemeClr val="tx1"/>
        </a:solidFill>
        <a:latin typeface="+mn-lt"/>
        <a:ea typeface="+mn-ea"/>
        <a:cs typeface="+mn-cs"/>
      </a:defRPr>
    </a:lvl8pPr>
    <a:lvl9pPr marL="1243950" algn="l" defTabSz="310987" rtl="0" eaLnBrk="1" latinLnBrk="0" hangingPunct="1">
      <a:defRPr sz="40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310987" rtl="1" eaLnBrk="1" latinLnBrk="0" hangingPunct="1"/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98F47F-F35D-6840-9443-5FE6D96A8602}" type="slidenum">
              <a:rPr lang="en-IL" smtClean="0"/>
              <a:t>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7281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4994" y="294620"/>
            <a:ext cx="3509963" cy="626745"/>
          </a:xfrm>
        </p:spPr>
        <p:txBody>
          <a:bodyPr anchor="b"/>
          <a:lstStyle>
            <a:lvl1pPr algn="ctr">
              <a:defRPr sz="15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4994" y="945535"/>
            <a:ext cx="3509963" cy="434638"/>
          </a:xfrm>
        </p:spPr>
        <p:txBody>
          <a:bodyPr/>
          <a:lstStyle>
            <a:lvl1pPr marL="0" indent="0" algn="ctr">
              <a:buNone/>
              <a:defRPr sz="630"/>
            </a:lvl1pPr>
            <a:lvl2pPr marL="120015" indent="0" algn="ctr">
              <a:buNone/>
              <a:defRPr sz="525"/>
            </a:lvl2pPr>
            <a:lvl3pPr marL="240030" indent="0" algn="ctr">
              <a:buNone/>
              <a:defRPr sz="472"/>
            </a:lvl3pPr>
            <a:lvl4pPr marL="360045" indent="0" algn="ctr">
              <a:buNone/>
              <a:defRPr sz="420"/>
            </a:lvl4pPr>
            <a:lvl5pPr marL="480060" indent="0" algn="ctr">
              <a:buNone/>
              <a:defRPr sz="420"/>
            </a:lvl5pPr>
            <a:lvl6pPr marL="600075" indent="0" algn="ctr">
              <a:buNone/>
              <a:defRPr sz="420"/>
            </a:lvl6pPr>
            <a:lvl7pPr marL="720090" indent="0" algn="ctr">
              <a:buNone/>
              <a:defRPr sz="420"/>
            </a:lvl7pPr>
            <a:lvl8pPr marL="840105" indent="0" algn="ctr">
              <a:buNone/>
              <a:defRPr sz="420"/>
            </a:lvl8pPr>
            <a:lvl9pPr marL="960120" indent="0" algn="ctr">
              <a:buNone/>
              <a:defRPr sz="4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024A8-D5A9-8C48-8098-640566C5FDE6}" type="datetimeFigureOut">
              <a:rPr lang="en-IL" smtClean="0"/>
              <a:t>27/03/2026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67B7-807B-A943-B18E-49AE2A35B77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79225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024A8-D5A9-8C48-8098-640566C5FDE6}" type="datetimeFigureOut">
              <a:rPr lang="en-IL" smtClean="0"/>
              <a:t>27/03/2026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67B7-807B-A943-B18E-49AE2A35B77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0235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9309" y="448807"/>
            <a:ext cx="4036457" cy="748843"/>
          </a:xfrm>
        </p:spPr>
        <p:txBody>
          <a:bodyPr anchor="b"/>
          <a:lstStyle>
            <a:lvl1pPr>
              <a:defRPr sz="15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9309" y="1204734"/>
            <a:ext cx="4036457" cy="393799"/>
          </a:xfrm>
        </p:spPr>
        <p:txBody>
          <a:bodyPr/>
          <a:lstStyle>
            <a:lvl1pPr marL="0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1pPr>
            <a:lvl2pPr marL="120015" indent="0">
              <a:buNone/>
              <a:defRPr sz="525">
                <a:solidFill>
                  <a:schemeClr val="tx1">
                    <a:tint val="82000"/>
                  </a:schemeClr>
                </a:solidFill>
              </a:defRPr>
            </a:lvl2pPr>
            <a:lvl3pPr marL="240030" indent="0">
              <a:buNone/>
              <a:defRPr sz="472">
                <a:solidFill>
                  <a:schemeClr val="tx1">
                    <a:tint val="82000"/>
                  </a:schemeClr>
                </a:solidFill>
              </a:defRPr>
            </a:lvl3pPr>
            <a:lvl4pPr marL="360045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4pPr>
            <a:lvl5pPr marL="480060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5pPr>
            <a:lvl6pPr marL="600075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6pPr>
            <a:lvl7pPr marL="720090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7pPr>
            <a:lvl8pPr marL="840105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8pPr>
            <a:lvl9pPr marL="960120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024A8-D5A9-8C48-8098-640566C5FDE6}" type="datetimeFigureOut">
              <a:rPr lang="en-IL" smtClean="0"/>
              <a:t>27/03/2026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67B7-807B-A943-B18E-49AE2A35B77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4421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1746" y="479227"/>
            <a:ext cx="1988979" cy="11422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69225" y="479227"/>
            <a:ext cx="1988979" cy="11422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024A8-D5A9-8C48-8098-640566C5FDE6}" type="datetimeFigureOut">
              <a:rPr lang="en-IL" smtClean="0"/>
              <a:t>27/03/2026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67B7-807B-A943-B18E-49AE2A35B77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61586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2356" y="95846"/>
            <a:ext cx="4036457" cy="3479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2356" y="441305"/>
            <a:ext cx="1979838" cy="216277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2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2356" y="657582"/>
            <a:ext cx="1979838" cy="9672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69225" y="441305"/>
            <a:ext cx="1989588" cy="216277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2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69225" y="657582"/>
            <a:ext cx="1989588" cy="9672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024A8-D5A9-8C48-8098-640566C5FDE6}" type="datetimeFigureOut">
              <a:rPr lang="en-IL" smtClean="0"/>
              <a:t>27/03/2026</a:t>
            </a:fld>
            <a:endParaRPr lang="en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67B7-807B-A943-B18E-49AE2A35B77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62413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024A8-D5A9-8C48-8098-640566C5FDE6}" type="datetimeFigureOut">
              <a:rPr lang="en-IL" smtClean="0"/>
              <a:t>27/03/2026</a:t>
            </a:fld>
            <a:endParaRPr lang="en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67B7-807B-A943-B18E-49AE2A35B77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0534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024A8-D5A9-8C48-8098-640566C5FDE6}" type="datetimeFigureOut">
              <a:rPr lang="en-IL" smtClean="0"/>
              <a:t>27/03/2026</a:t>
            </a:fld>
            <a:endParaRPr lang="en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67B7-807B-A943-B18E-49AE2A35B77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45591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2356" y="120015"/>
            <a:ext cx="1509406" cy="420053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9588" y="259199"/>
            <a:ext cx="2369225" cy="1279327"/>
          </a:xfrm>
        </p:spPr>
        <p:txBody>
          <a:bodyPr/>
          <a:lstStyle>
            <a:lvl1pPr>
              <a:defRPr sz="840"/>
            </a:lvl1pPr>
            <a:lvl2pPr>
              <a:defRPr sz="735"/>
            </a:lvl2pPr>
            <a:lvl3pPr>
              <a:defRPr sz="630"/>
            </a:lvl3pPr>
            <a:lvl4pPr>
              <a:defRPr sz="525"/>
            </a:lvl4pPr>
            <a:lvl5pPr>
              <a:defRPr sz="525"/>
            </a:lvl5pPr>
            <a:lvl6pPr>
              <a:defRPr sz="525"/>
            </a:lvl6pPr>
            <a:lvl7pPr>
              <a:defRPr sz="525"/>
            </a:lvl7pPr>
            <a:lvl8pPr>
              <a:defRPr sz="525"/>
            </a:lvl8pPr>
            <a:lvl9pPr>
              <a:defRPr sz="5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2356" y="540067"/>
            <a:ext cx="1509406" cy="1000542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68"/>
            </a:lvl2pPr>
            <a:lvl3pPr marL="240030" indent="0">
              <a:buNone/>
              <a:defRPr sz="315"/>
            </a:lvl3pPr>
            <a:lvl4pPr marL="360045" indent="0">
              <a:buNone/>
              <a:defRPr sz="263"/>
            </a:lvl4pPr>
            <a:lvl5pPr marL="480060" indent="0">
              <a:buNone/>
              <a:defRPr sz="263"/>
            </a:lvl5pPr>
            <a:lvl6pPr marL="600075" indent="0">
              <a:buNone/>
              <a:defRPr sz="263"/>
            </a:lvl6pPr>
            <a:lvl7pPr marL="720090" indent="0">
              <a:buNone/>
              <a:defRPr sz="263"/>
            </a:lvl7pPr>
            <a:lvl8pPr marL="840105" indent="0">
              <a:buNone/>
              <a:defRPr sz="263"/>
            </a:lvl8pPr>
            <a:lvl9pPr marL="960120" indent="0">
              <a:buNone/>
              <a:defRPr sz="2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024A8-D5A9-8C48-8098-640566C5FDE6}" type="datetimeFigureOut">
              <a:rPr lang="en-IL" smtClean="0"/>
              <a:t>27/03/2026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67B7-807B-A943-B18E-49AE2A35B77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9283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2356" y="120015"/>
            <a:ext cx="1509406" cy="420053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89588" y="259199"/>
            <a:ext cx="2369225" cy="1279327"/>
          </a:xfrm>
        </p:spPr>
        <p:txBody>
          <a:bodyPr anchor="t"/>
          <a:lstStyle>
            <a:lvl1pPr marL="0" indent="0">
              <a:buNone/>
              <a:defRPr sz="840"/>
            </a:lvl1pPr>
            <a:lvl2pPr marL="120015" indent="0">
              <a:buNone/>
              <a:defRPr sz="735"/>
            </a:lvl2pPr>
            <a:lvl3pPr marL="240030" indent="0">
              <a:buNone/>
              <a:defRPr sz="630"/>
            </a:lvl3pPr>
            <a:lvl4pPr marL="360045" indent="0">
              <a:buNone/>
              <a:defRPr sz="525"/>
            </a:lvl4pPr>
            <a:lvl5pPr marL="480060" indent="0">
              <a:buNone/>
              <a:defRPr sz="525"/>
            </a:lvl5pPr>
            <a:lvl6pPr marL="600075" indent="0">
              <a:buNone/>
              <a:defRPr sz="525"/>
            </a:lvl6pPr>
            <a:lvl7pPr marL="720090" indent="0">
              <a:buNone/>
              <a:defRPr sz="525"/>
            </a:lvl7pPr>
            <a:lvl8pPr marL="840105" indent="0">
              <a:buNone/>
              <a:defRPr sz="525"/>
            </a:lvl8pPr>
            <a:lvl9pPr marL="960120" indent="0">
              <a:buNone/>
              <a:defRPr sz="52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2356" y="540067"/>
            <a:ext cx="1509406" cy="1000542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68"/>
            </a:lvl2pPr>
            <a:lvl3pPr marL="240030" indent="0">
              <a:buNone/>
              <a:defRPr sz="315"/>
            </a:lvl3pPr>
            <a:lvl4pPr marL="360045" indent="0">
              <a:buNone/>
              <a:defRPr sz="263"/>
            </a:lvl4pPr>
            <a:lvl5pPr marL="480060" indent="0">
              <a:buNone/>
              <a:defRPr sz="263"/>
            </a:lvl5pPr>
            <a:lvl6pPr marL="600075" indent="0">
              <a:buNone/>
              <a:defRPr sz="263"/>
            </a:lvl6pPr>
            <a:lvl7pPr marL="720090" indent="0">
              <a:buNone/>
              <a:defRPr sz="263"/>
            </a:lvl7pPr>
            <a:lvl8pPr marL="840105" indent="0">
              <a:buNone/>
              <a:defRPr sz="263"/>
            </a:lvl8pPr>
            <a:lvl9pPr marL="960120" indent="0">
              <a:buNone/>
              <a:defRPr sz="2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024A8-D5A9-8C48-8098-640566C5FDE6}" type="datetimeFigureOut">
              <a:rPr lang="en-IL" smtClean="0"/>
              <a:t>27/03/2026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67B7-807B-A943-B18E-49AE2A35B77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32600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024A8-D5A9-8C48-8098-640566C5FDE6}" type="datetimeFigureOut">
              <a:rPr lang="en-IL" smtClean="0"/>
              <a:t>27/03/2026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67B7-807B-A943-B18E-49AE2A35B77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81402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349089" y="95846"/>
            <a:ext cx="1009114" cy="152560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1747" y="95846"/>
            <a:ext cx="2968843" cy="15256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024A8-D5A9-8C48-8098-640566C5FDE6}" type="datetimeFigureOut">
              <a:rPr lang="en-IL" smtClean="0"/>
              <a:t>27/03/2026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67B7-807B-A943-B18E-49AE2A35B77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68539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1747" y="95846"/>
            <a:ext cx="4036457" cy="347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1747" y="479227"/>
            <a:ext cx="4036457" cy="1142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21746" y="1668542"/>
            <a:ext cx="1052989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4024A8-D5A9-8C48-8098-640566C5FDE6}" type="datetimeFigureOut">
              <a:rPr lang="en-IL" smtClean="0"/>
              <a:t>27/03/2026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50234" y="1668542"/>
            <a:ext cx="1579483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305215" y="1668542"/>
            <a:ext cx="1052989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B567B7-807B-A943-B18E-49AE2A35B77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00358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40030" rtl="0" eaLnBrk="1" latinLnBrk="0" hangingPunct="1">
        <a:lnSpc>
          <a:spcPct val="90000"/>
        </a:lnSpc>
        <a:spcBef>
          <a:spcPct val="0"/>
        </a:spcBef>
        <a:buNone/>
        <a:defRPr sz="11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008" indent="-60008" algn="l" defTabSz="24003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735" kern="1200">
          <a:solidFill>
            <a:schemeClr val="tx1"/>
          </a:solidFill>
          <a:latin typeface="+mn-lt"/>
          <a:ea typeface="+mn-ea"/>
          <a:cs typeface="+mn-cs"/>
        </a:defRPr>
      </a:lvl1pPr>
      <a:lvl2pPr marL="18002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2pPr>
      <a:lvl3pPr marL="30003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525" kern="1200">
          <a:solidFill>
            <a:schemeClr val="tx1"/>
          </a:solidFill>
          <a:latin typeface="+mn-lt"/>
          <a:ea typeface="+mn-ea"/>
          <a:cs typeface="+mn-cs"/>
        </a:defRPr>
      </a:lvl3pPr>
      <a:lvl4pPr marL="42005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4pPr>
      <a:lvl5pPr marL="54006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5pPr>
      <a:lvl6pPr marL="66008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6pPr>
      <a:lvl7pPr marL="78009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7pPr>
      <a:lvl8pPr marL="90011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8pPr>
      <a:lvl9pPr marL="102012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1pPr>
      <a:lvl2pPr marL="12001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3pPr>
      <a:lvl4pPr marL="36004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4pPr>
      <a:lvl5pPr marL="48006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5pPr>
      <a:lvl6pPr marL="60007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6pPr>
      <a:lvl7pPr marL="72009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7pPr>
      <a:lvl8pPr marL="84010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8pPr>
      <a:lvl9pPr marL="96012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and black chip with brown specks&#10;&#10;AI-generated content may be incorrect.">
            <a:extLst>
              <a:ext uri="{FF2B5EF4-FFF2-40B4-BE49-F238E27FC236}">
                <a16:creationId xmlns:a16="http://schemas.microsoft.com/office/drawing/2014/main" id="{45F53308-0794-AB01-858A-B7F3FFDF3C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744" t="14839" r="15155" b="16482"/>
          <a:stretch>
            <a:fillRect/>
          </a:stretch>
        </p:blipFill>
        <p:spPr>
          <a:xfrm>
            <a:off x="121877" y="40369"/>
            <a:ext cx="814156" cy="7897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70DFBA1-74A4-E8FC-D728-90CE1019CEB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969" t="14839" r="15157" b="16482"/>
          <a:stretch>
            <a:fillRect/>
          </a:stretch>
        </p:blipFill>
        <p:spPr>
          <a:xfrm>
            <a:off x="2642712" y="36220"/>
            <a:ext cx="782847" cy="792632"/>
          </a:xfrm>
          <a:prstGeom prst="rect">
            <a:avLst/>
          </a:prstGeom>
        </p:spPr>
      </p:pic>
      <p:pic>
        <p:nvPicPr>
          <p:cNvPr id="7" name="Picture 6" descr="A white particles in the sky&#10;&#10;AI-generated content may be incorrect.">
            <a:extLst>
              <a:ext uri="{FF2B5EF4-FFF2-40B4-BE49-F238E27FC236}">
                <a16:creationId xmlns:a16="http://schemas.microsoft.com/office/drawing/2014/main" id="{7B5B7A36-03EB-E652-181A-8AE443C29C7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744" t="12295" r="15156" b="6942"/>
          <a:stretch>
            <a:fillRect/>
          </a:stretch>
        </p:blipFill>
        <p:spPr>
          <a:xfrm>
            <a:off x="1448533" y="36431"/>
            <a:ext cx="774137" cy="789780"/>
          </a:xfrm>
          <a:prstGeom prst="rect">
            <a:avLst/>
          </a:prstGeom>
        </p:spPr>
      </p:pic>
      <p:pic>
        <p:nvPicPr>
          <p:cNvPr id="25" name="Picture 24" descr="A white silhouette of a horn&#10;&#10;AI-generated content may be incorrect.">
            <a:extLst>
              <a:ext uri="{FF2B5EF4-FFF2-40B4-BE49-F238E27FC236}">
                <a16:creationId xmlns:a16="http://schemas.microsoft.com/office/drawing/2014/main" id="{7BD36E1E-8ADD-7BDB-FC46-E1D94A0FD5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2103" y="270946"/>
            <a:ext cx="372914" cy="489769"/>
          </a:xfrm>
          <a:prstGeom prst="rect">
            <a:avLst/>
          </a:prstGeom>
        </p:spPr>
      </p:pic>
      <p:pic>
        <p:nvPicPr>
          <p:cNvPr id="27" name="Picture 26" descr="A blurry image of a small object&#10;&#10;AI-generated content may be incorrect.">
            <a:extLst>
              <a:ext uri="{FF2B5EF4-FFF2-40B4-BE49-F238E27FC236}">
                <a16:creationId xmlns:a16="http://schemas.microsoft.com/office/drawing/2014/main" id="{8B5E8B1C-3DC4-1617-FE83-B0AC9667D6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4780" y="1031029"/>
            <a:ext cx="573780" cy="621595"/>
          </a:xfrm>
          <a:prstGeom prst="rect">
            <a:avLst/>
          </a:prstGeom>
        </p:spPr>
      </p:pic>
      <p:pic>
        <p:nvPicPr>
          <p:cNvPr id="29" name="Picture 28" descr="A screen shot of a video game&#10;&#10;AI-generated content may be incorrect.">
            <a:extLst>
              <a:ext uri="{FF2B5EF4-FFF2-40B4-BE49-F238E27FC236}">
                <a16:creationId xmlns:a16="http://schemas.microsoft.com/office/drawing/2014/main" id="{73F590EA-B33E-503B-F57A-231F6D7DB59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70185" y="1034707"/>
            <a:ext cx="573780" cy="617917"/>
          </a:xfrm>
          <a:prstGeom prst="rect">
            <a:avLst/>
          </a:prstGeom>
        </p:spPr>
      </p:pic>
      <p:sp>
        <p:nvSpPr>
          <p:cNvPr id="37" name="Right Arrow 36">
            <a:extLst>
              <a:ext uri="{FF2B5EF4-FFF2-40B4-BE49-F238E27FC236}">
                <a16:creationId xmlns:a16="http://schemas.microsoft.com/office/drawing/2014/main" id="{84492A4B-9B04-D349-AFE9-B7CA04B2A505}"/>
              </a:ext>
            </a:extLst>
          </p:cNvPr>
          <p:cNvSpPr/>
          <p:nvPr/>
        </p:nvSpPr>
        <p:spPr>
          <a:xfrm>
            <a:off x="1037086" y="375880"/>
            <a:ext cx="252930" cy="1297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40030" rtl="1"/>
            <a:endParaRPr lang="en-IL" sz="161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DB1BC20-BF21-0A38-781F-21C5CCE2AE96}"/>
              </a:ext>
            </a:extLst>
          </p:cNvPr>
          <p:cNvSpPr txBox="1"/>
          <p:nvPr/>
        </p:nvSpPr>
        <p:spPr>
          <a:xfrm>
            <a:off x="94609" y="821155"/>
            <a:ext cx="814156" cy="318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sz="735" dirty="0"/>
              <a:t>Raw Image</a:t>
            </a:r>
            <a:br>
              <a:rPr lang="en-US" sz="735" dirty="0"/>
            </a:br>
            <a:endParaRPr lang="en-IL" sz="735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C5C4671-DE6A-C3B3-7289-96111B79869E}"/>
              </a:ext>
            </a:extLst>
          </p:cNvPr>
          <p:cNvSpPr txBox="1"/>
          <p:nvPr/>
        </p:nvSpPr>
        <p:spPr>
          <a:xfrm>
            <a:off x="1194889" y="831041"/>
            <a:ext cx="1264215" cy="318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sz="735" dirty="0"/>
              <a:t>Larvae Segmentation</a:t>
            </a:r>
            <a:br>
              <a:rPr lang="en-US" sz="735" dirty="0"/>
            </a:br>
            <a:endParaRPr lang="en-IL" sz="735" dirty="0"/>
          </a:p>
        </p:txBody>
      </p:sp>
      <p:sp>
        <p:nvSpPr>
          <p:cNvPr id="40" name="Right Arrow 39">
            <a:extLst>
              <a:ext uri="{FF2B5EF4-FFF2-40B4-BE49-F238E27FC236}">
                <a16:creationId xmlns:a16="http://schemas.microsoft.com/office/drawing/2014/main" id="{74124923-0CE8-B198-06E7-1B8A55C54CB5}"/>
              </a:ext>
            </a:extLst>
          </p:cNvPr>
          <p:cNvSpPr/>
          <p:nvPr/>
        </p:nvSpPr>
        <p:spPr>
          <a:xfrm>
            <a:off x="2311877" y="375880"/>
            <a:ext cx="252930" cy="1297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40030" rtl="1"/>
            <a:endParaRPr lang="en-IL" sz="161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199AAC27-6DEE-BE0F-8238-6B4D55B0147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35601" y="264773"/>
            <a:ext cx="372914" cy="501514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7AE41786-E1FF-5371-90DB-591FDB349A16}"/>
              </a:ext>
            </a:extLst>
          </p:cNvPr>
          <p:cNvSpPr txBox="1"/>
          <p:nvPr/>
        </p:nvSpPr>
        <p:spPr>
          <a:xfrm>
            <a:off x="3710568" y="-31173"/>
            <a:ext cx="538446" cy="205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he-IL" sz="735" dirty="0"/>
              <a:t> </a:t>
            </a:r>
            <a:r>
              <a:rPr lang="he-IL" sz="735" dirty="0" err="1"/>
              <a:t>Valid</a:t>
            </a:r>
            <a:r>
              <a:rPr lang="he-IL" sz="735" dirty="0"/>
              <a:t> </a:t>
            </a:r>
            <a:endParaRPr lang="en-IL" sz="735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DB229EF-FA14-A889-1383-40B7C079D972}"/>
              </a:ext>
            </a:extLst>
          </p:cNvPr>
          <p:cNvSpPr txBox="1"/>
          <p:nvPr/>
        </p:nvSpPr>
        <p:spPr>
          <a:xfrm>
            <a:off x="4140946" y="-38080"/>
            <a:ext cx="538446" cy="318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240030" rtl="1"/>
            <a:r>
              <a:rPr lang="he-IL" sz="735" dirty="0" err="1"/>
              <a:t>Invalid</a:t>
            </a:r>
            <a:endParaRPr lang="he-IL" sz="735" dirty="0"/>
          </a:p>
          <a:p>
            <a:pPr algn="ctr" defTabSz="240030" rtl="1"/>
            <a:endParaRPr lang="en-IL" sz="735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1CC044F-7FE2-EF9C-2132-DE01D16A9D1A}"/>
              </a:ext>
            </a:extLst>
          </p:cNvPr>
          <p:cNvSpPr txBox="1"/>
          <p:nvPr/>
        </p:nvSpPr>
        <p:spPr>
          <a:xfrm>
            <a:off x="4279293" y="68710"/>
            <a:ext cx="2529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240030" rtl="1"/>
            <a:r>
              <a:rPr lang="he-IL" sz="1100" dirty="0" err="1"/>
              <a:t>x</a:t>
            </a:r>
            <a:endParaRPr lang="en-IL" sz="600" dirty="0"/>
          </a:p>
        </p:txBody>
      </p:sp>
      <p:sp>
        <p:nvSpPr>
          <p:cNvPr id="49" name="Right Arrow 48">
            <a:extLst>
              <a:ext uri="{FF2B5EF4-FFF2-40B4-BE49-F238E27FC236}">
                <a16:creationId xmlns:a16="http://schemas.microsoft.com/office/drawing/2014/main" id="{E31CC659-FAE0-5C0F-5F59-F80DCA74EE7B}"/>
              </a:ext>
            </a:extLst>
          </p:cNvPr>
          <p:cNvSpPr/>
          <p:nvPr/>
        </p:nvSpPr>
        <p:spPr>
          <a:xfrm rot="5400000">
            <a:off x="4109136" y="1045936"/>
            <a:ext cx="252930" cy="1297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40030" rtl="1"/>
            <a:endParaRPr lang="en-IL" sz="161"/>
          </a:p>
        </p:txBody>
      </p:sp>
      <p:sp>
        <p:nvSpPr>
          <p:cNvPr id="50" name="Right Arrow 49">
            <a:extLst>
              <a:ext uri="{FF2B5EF4-FFF2-40B4-BE49-F238E27FC236}">
                <a16:creationId xmlns:a16="http://schemas.microsoft.com/office/drawing/2014/main" id="{AB335F64-E308-8525-36EB-7BAA08F4669C}"/>
              </a:ext>
            </a:extLst>
          </p:cNvPr>
          <p:cNvSpPr/>
          <p:nvPr/>
        </p:nvSpPr>
        <p:spPr>
          <a:xfrm rot="10800000">
            <a:off x="2422875" y="1281534"/>
            <a:ext cx="252930" cy="1297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40030" rtl="1"/>
            <a:endParaRPr lang="en-IL" sz="161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D1A6FE7-1B4F-3520-BF43-78296204B935}"/>
              </a:ext>
            </a:extLst>
          </p:cNvPr>
          <p:cNvSpPr txBox="1"/>
          <p:nvPr/>
        </p:nvSpPr>
        <p:spPr>
          <a:xfrm>
            <a:off x="2614676" y="821155"/>
            <a:ext cx="1017926" cy="205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35" dirty="0"/>
              <a:t>Larvae Detection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2B79BEF-F1E9-EB7E-45E9-39936B6995F7}"/>
              </a:ext>
            </a:extLst>
          </p:cNvPr>
          <p:cNvSpPr txBox="1"/>
          <p:nvPr/>
        </p:nvSpPr>
        <p:spPr>
          <a:xfrm>
            <a:off x="3766480" y="808247"/>
            <a:ext cx="1095451" cy="205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35" dirty="0"/>
              <a:t>Posture Filtering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DD6BA17-C0F0-A7DA-47B9-CCE55C321991}"/>
              </a:ext>
            </a:extLst>
          </p:cNvPr>
          <p:cNvSpPr txBox="1"/>
          <p:nvPr/>
        </p:nvSpPr>
        <p:spPr>
          <a:xfrm>
            <a:off x="3856904" y="108721"/>
            <a:ext cx="224418" cy="22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240030" rtl="1"/>
            <a:r>
              <a:rPr lang="he-IL" sz="840" dirty="0"/>
              <a:t>✓</a:t>
            </a:r>
            <a:endParaRPr lang="en-IL" sz="16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D861F9C-1E26-E7BD-C4FA-DE5B88723F14}"/>
              </a:ext>
            </a:extLst>
          </p:cNvPr>
          <p:cNvSpPr txBox="1"/>
          <p:nvPr/>
        </p:nvSpPr>
        <p:spPr>
          <a:xfrm>
            <a:off x="2642712" y="1647667"/>
            <a:ext cx="1693158" cy="20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40" dirty="0"/>
              <a:t>Automated Length Extraction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635ED95-76C0-F4F0-0F8E-C1934F4F09A0}"/>
              </a:ext>
            </a:extLst>
          </p:cNvPr>
          <p:cNvSpPr txBox="1"/>
          <p:nvPr/>
        </p:nvSpPr>
        <p:spPr>
          <a:xfrm>
            <a:off x="339875" y="1630597"/>
            <a:ext cx="2083000" cy="20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40" dirty="0"/>
              <a:t>Population-Level Growth Estimation</a:t>
            </a:r>
          </a:p>
        </p:txBody>
      </p:sp>
      <p:sp>
        <p:nvSpPr>
          <p:cNvPr id="66" name="Right Arrow 65">
            <a:extLst>
              <a:ext uri="{FF2B5EF4-FFF2-40B4-BE49-F238E27FC236}">
                <a16:creationId xmlns:a16="http://schemas.microsoft.com/office/drawing/2014/main" id="{9BB8A703-8C4D-6EC0-6393-D9A318215A1F}"/>
              </a:ext>
            </a:extLst>
          </p:cNvPr>
          <p:cNvSpPr/>
          <p:nvPr/>
        </p:nvSpPr>
        <p:spPr>
          <a:xfrm>
            <a:off x="3486143" y="375880"/>
            <a:ext cx="252930" cy="1297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40030" rtl="1"/>
            <a:endParaRPr lang="en-IL" sz="161"/>
          </a:p>
        </p:txBody>
      </p:sp>
      <p:pic>
        <p:nvPicPr>
          <p:cNvPr id="74" name="Picture 73" descr="A graph with blue dots and a line&#10;&#10;AI-generated content may be incorrect.">
            <a:extLst>
              <a:ext uri="{FF2B5EF4-FFF2-40B4-BE49-F238E27FC236}">
                <a16:creationId xmlns:a16="http://schemas.microsoft.com/office/drawing/2014/main" id="{CA3FD68E-7C3F-A998-0BDE-F2A9235E69A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5487" y="996519"/>
            <a:ext cx="1743885" cy="67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444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2880</TotalTime>
  <Words>22</Words>
  <Application>Microsoft Macintosh PowerPoint</Application>
  <PresentationFormat>Custom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תאיר כרמון</dc:creator>
  <cp:lastModifiedBy>תאיר כרמון</cp:lastModifiedBy>
  <cp:revision>2</cp:revision>
  <dcterms:created xsi:type="dcterms:W3CDTF">2026-03-27T13:46:44Z</dcterms:created>
  <dcterms:modified xsi:type="dcterms:W3CDTF">2026-03-29T13:46:52Z</dcterms:modified>
</cp:coreProperties>
</file>